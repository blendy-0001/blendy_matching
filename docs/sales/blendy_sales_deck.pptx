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CADCFC"/>
                </a:solidFill>
              </a:defRPr>
            </a:pPr>
            <a:r>
              <a:t>協業マッチングシステム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</a:defRPr>
            </a:pPr>
            <a:r>
              <a:t>最適なパートナーシップで、事業を拡大させる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</a:defRPr>
            </a:pPr>
            <a:r>
              <a:t>Blendy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現状の課題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営業効率が低い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営業対象を見つけるのに時間がかかる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39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リード獲得が困難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新規顧客へのアプローチ方法が限定的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5F5F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</a:defRPr>
            </a:pPr>
            <a:r>
              <a:t>無料だが手間がかかる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既存の無料マッチングサービスは自分たちで活用しないといけない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Blendy の解決策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マッチングまで実施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手をかけなくて良い。</a:t>
            </a:r>
          </a:p>
          <a:p>
            <a:r>
              <a:t>マッチングは弊社が実施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AI 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複数の評価軸で</a:t>
            </a:r>
          </a:p>
          <a:p>
            <a:r>
              <a:t>最適なパートナーを</a:t>
            </a:r>
          </a:p>
          <a:p>
            <a:r>
              <a:t>自動選定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09728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1E2761"/>
                </a:solidFill>
              </a:defRPr>
            </a:pPr>
            <a: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完全無料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お客様負担なし。</a:t>
            </a:r>
          </a:p>
          <a:p>
            <a:r>
              <a:t>月2件送客させていただく</a:t>
            </a:r>
          </a:p>
          <a:p>
            <a:r>
              <a:t>ビジネスモデル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</a:defRPr>
            </a:pPr>
            <a:r>
              <a:t>協業を成功に導く 5つの相性軸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5つの軸が重なり合うことで、100点満点のスコアを算出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777240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360" y="77724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4864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顧客ターゲット</a:t>
            </a:r>
          </a:p>
          <a:p>
            <a:r>
              <a:t>の一致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05156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業界・企業規模・</a:t>
            </a:r>
          </a:p>
          <a:p>
            <a:r>
              <a:t>ターゲット層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0899" y="1598625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10899" y="1598625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0899" y="1370025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前後工程の</a:t>
            </a:r>
          </a:p>
          <a:p>
            <a:r>
              <a:t>補完性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0899" y="1872945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職種パターンで</a:t>
            </a:r>
          </a:p>
          <a:p>
            <a:r>
              <a:t>相補性を判定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79072" y="2927654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9072" y="292765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9072" y="2699054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市場での武器</a:t>
            </a:r>
          </a:p>
          <a:p>
            <a:r>
              <a:t>（情報）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072" y="320197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80以上の業界</a:t>
            </a:r>
          </a:p>
          <a:p>
            <a:r>
              <a:t>キーワード判定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1647" y="2927654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1647" y="292765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3007" y="2699054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事業のスケール</a:t>
            </a:r>
          </a:p>
          <a:p>
            <a:r>
              <a:t>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3007" y="320197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協業後の成長</a:t>
            </a:r>
          </a:p>
          <a:p>
            <a:r>
              <a:t>可能性を先読み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9820" y="1598625"/>
            <a:ext cx="640080" cy="640080"/>
          </a:xfrm>
          <a:prstGeom prst="rect">
            <a:avLst/>
          </a:prstGeom>
          <a:solidFill>
            <a:srgbClr val="FF6B6B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9820" y="1598625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1180" y="1370025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E2761"/>
                </a:solidFill>
              </a:defRPr>
            </a:pPr>
            <a:r>
              <a:t>市場方向性の</a:t>
            </a:r>
          </a:p>
          <a:p>
            <a:r>
              <a:t>合致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1180" y="1872945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</a:defRPr>
            </a:pPr>
            <a:r>
              <a:t>市場の方向性が</a:t>
            </a:r>
          </a:p>
          <a:p>
            <a:r>
              <a:t>一致しているか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965960"/>
            <a:ext cx="640080" cy="64008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19659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</a:t>
            </a:r>
          </a:p>
          <a:p>
            <a:r>
              <a:t>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ビジネスモデル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6B6B"/>
                </a:solidFill>
              </a:defRPr>
            </a:pPr>
            <a:r>
              <a:t>完全無料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</a:defRPr>
            </a:pPr>
            <a:r>
              <a:t>無料登録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課題感をヒアリング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</a:defRPr>
            </a:pPr>
            <a:r>
              <a:t>自動マッチング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060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AI が相性の高いパートナーを選定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632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</a:defRPr>
            </a:pPr>
            <a:r>
              <a:t>月数件送客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375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課題感に合うサービス提案を受け取る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登録から成約まで、すべて完全無料でサポートします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</a:defRPr>
            </a:pPr>
            <a:r>
              <a:t>かんたんな登録フローと自動マッチング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ダッシュボード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メンバー数、マッチング</a:t>
            </a:r>
          </a:p>
          <a:p>
            <a:r>
              <a:t>状況を一目で把握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複数活動登録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複数の事業・サービスを</a:t>
            </a:r>
          </a:p>
          <a:p>
            <a:r>
              <a:t>個別に登録可能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333333"/>
                </a:solidFill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自動マッチング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AI がリアルタイムで</a:t>
            </a:r>
          </a:p>
          <a:p>
            <a:r>
              <a:t>最適なペアを選定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登録は5分で完了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複数の事業・サービスごとに相性判定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✓ リアルタイムでマッチング結果を確認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導入実績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2286000" cy="22860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登録</a:t>
            </a:r>
          </a:p>
          <a:p>
            <a:r>
              <a:t>メンバー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2286000" cy="228600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</a:defRPr>
            </a:pPr>
            <a:r>
              <a:t>マッチング</a:t>
            </a:r>
          </a:p>
          <a:p>
            <a:r>
              <a:t>可能組数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88720"/>
            <a:ext cx="2286000" cy="228600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200" b="1">
                <a:solidFill>
                  <a:srgbClr val="1E2761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176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E2761"/>
                </a:solidFill>
              </a:defRPr>
            </a:pPr>
            <a:r>
              <a:t>累計マッチング</a:t>
            </a:r>
          </a:p>
          <a:p>
            <a:r>
              <a:t>完了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761"/>
                </a:solidFill>
              </a:defRPr>
            </a:pPr>
            <a:r>
              <a:t>ご参加の流れ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44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登録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企業情報と課題感を</a:t>
            </a:r>
          </a:p>
          <a:p>
            <a:r>
              <a:t>お聞きします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FF6B6B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AI マッチング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最適なパートナーが</a:t>
            </a:r>
          </a:p>
          <a:p>
            <a:r>
              <a:t>自動選定されます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FF6B6B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188720"/>
            <a:ext cx="548640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成約サポート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契約までお手伝い</a:t>
            </a:r>
          </a:p>
          <a:p>
            <a:r>
              <a:t>させていただきます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CADCFC"/>
                </a:solidFill>
              </a:defRPr>
            </a:pPr>
            <a:r>
              <a:t>Blendy で実現する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リスクゼロの営業パートナーシップ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6B6B"/>
                </a:solidFill>
              </a:defRPr>
            </a:pPr>
            <a:r>
              <a:t>完全無料 × 確実な相性マッチング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CADCFC"/>
                </a:solidFill>
              </a:defRPr>
            </a:pPr>
            <a:r>
              <a:t>お気軽にお問い合わせください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contact@blendyinc.com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